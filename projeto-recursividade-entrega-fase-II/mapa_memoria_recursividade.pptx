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Mapa de Memória – Execução Recursiva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Visualização do funcionamento da pilha (stack) durante chamadas recursivas.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utilizada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Raiz</a:t>
            </a:r>
          </a:p>
          <a:p>
            <a:r>
              <a:t> ├── Pasta A</a:t>
            </a:r>
          </a:p>
          <a:p>
            <a:r>
              <a:t> │    ├── Pasta A1</a:t>
            </a:r>
          </a:p>
          <a:p>
            <a:r>
              <a:t> │    └── Pasta A2</a:t>
            </a:r>
          </a:p>
          <a:p>
            <a:r>
              <a:t> └── Pasta B</a:t>
            </a:r>
          </a:p>
          <a:p/>
          <a:p>
            <a:r>
              <a:t>Estrutura simples para simulação.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Início da execução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mapearEstrutura(Raiz, nível 0)</a:t>
            </a:r>
          </a:p>
          <a:p/>
          <a:p>
            <a:r>
              <a:t>A execução começa pela raiz.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Primeira chamada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mapearEstrutura(Pasta A, nível 1)</a:t>
            </a:r>
          </a:p>
          <a:p>
            <a:r>
              <a:t>mapearEstrutura(Raiz, nível 0)</a:t>
            </a:r>
          </a:p>
          <a:p/>
          <a:p>
            <a:r>
              <a:t>A função chama a si mesma.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Mais profundo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mapearEstrutura(Pasta A1, nível 2)</a:t>
            </a:r>
          </a:p>
          <a:p>
            <a:r>
              <a:t>mapearEstrutura(Pasta A, nível 1)</a:t>
            </a:r>
          </a:p>
          <a:p>
            <a:r>
              <a:t>mapearEstrutura(Raiz, nível 0)</a:t>
            </a:r>
          </a:p>
          <a:p/>
          <a:p>
            <a:r>
              <a:t>A pilha cresce.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Condição de parada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Pasta A1 não possui subpastas.</a:t>
            </a:r>
          </a:p>
          <a:p>
            <a:r>
              <a:t>A recursão para aqui.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mapearEstrutura(Pasta A, nível 1)</a:t>
            </a:r>
          </a:p>
          <a:p>
            <a:r>
              <a:t>mapearEstrutura(Raiz, nível 0)</a:t>
            </a:r>
          </a:p>
          <a:p/>
          <a:p>
            <a:r>
              <a:t>A função começa a retornar.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subpasta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mapearEstrutura(Pasta A2, nível 2)</a:t>
            </a:r>
          </a:p>
          <a:p>
            <a:r>
              <a:t>mapearEstrutura(Pasta A, nível 1)</a:t>
            </a:r>
          </a:p>
          <a:p>
            <a:r>
              <a:t>mapearEstrutura(Raiz, nível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mapearEstrutura(Pasta B, nível 1)</a:t>
            </a:r>
          </a:p>
          <a:p>
            <a:r>
              <a:t>mapearEstrutura(Raiz, nível 0)</a:t>
            </a:r>
          </a:p>
          <a:p/>
          <a:p>
            <a:r>
              <a:t>Finalizando execução.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chamadas são empilhadas (stack).</a:t>
            </a:r>
          </a:p>
          <a:p>
            <a:r>
              <a:t>Depois são removidas conforme retornam.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